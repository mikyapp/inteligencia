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2" r:id="rId22"/>
    <p:sldId id="303" r:id="rId23"/>
    <p:sldId id="304" r:id="rId24"/>
    <p:sldId id="305" r:id="rId25"/>
    <p:sldId id="258" r:id="rId26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2C5"/>
    <a:srgbClr val="004774"/>
    <a:srgbClr val="0680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Estilo cl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90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7B1BA3-CD85-C602-5811-C976B3BEFC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97E8305-2B4A-B4B2-86F4-B2F7FD0D61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E48B8E-AE04-FDB8-2C77-473ECF0F32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768632-E449-9D6C-4C70-79FA8CBF0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5CC66E-941C-1197-2CFE-8FCBB84D8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857032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A712BC-4E1B-DB65-84F1-3F1CA4918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13760E-B5C0-6783-9918-9CF17D7DB0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A542BEF-6CA9-32F2-03B6-84858EB4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271C1B8-0BEF-4ABC-D919-23182A932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1A49A1-3188-2FC9-A8F4-03CF3ED46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725887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886070-B1C3-3705-40AF-2A50E8B91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E498F2B-C14B-0480-C3AE-0C4E16DD8F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C5A4F60-30D0-1665-504E-FB6EA8E70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4A1DFB7-8CD2-EAA0-977F-E609713DC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DD733BB-8455-53E4-B4AE-EBADD46F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7441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5EAA83-5115-7945-1F30-92DDF5387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19D5DE9-102E-AC46-FB04-39294B04A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8F5E287-76E7-93FF-2750-3502011A6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2E2857-8D62-4C6A-8BA0-CF3F44758C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099B49-8D12-D52E-C297-65646FEE1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9561EAA-7677-351F-5090-8431F42C7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190814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B82A8E-A4DD-DF62-B454-B1F333210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9B1E0E-D3DC-C284-8315-2C69EF5140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9033F44-05A4-EDEE-4EC5-7F54A74FEA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8EE78B8-D89A-A4B7-11BB-019D87676E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0B51708-7ADF-66CF-D880-1935E1CD8A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72B2B085-2246-DA3B-2183-465E45CCFF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AF5A543-BB02-298E-F4B6-0467703B6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5C65F4F-A7CA-F0DA-5B61-49479726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995536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E8F346-1FDE-839E-C995-FB930187F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805191-4C9B-E283-603B-253C264E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719F6A8-9F1F-8B0E-38D0-C7F87BCA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20BD974-32C3-4316-CB13-081E74AC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68354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E731BE2-4614-9B43-A4FE-1F2BEEF83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A5B48FD-9ADB-B0C3-BD72-F9892F75E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ECFF6A-F150-70DD-420F-AAA9AF3B2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91942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CC5459-7FB5-879C-2FEB-4E92838F71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3AFE395-6F31-D91E-F5F6-BCFCBA53ED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697E5FB-55C6-28AE-7987-A3BC7CE97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72D507B-47C8-7F5E-4707-C4F60A834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5F8DE1-A7CD-2ADB-4D83-EBBCEC9FD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2EE05B-8067-DEB5-361F-233626B7F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06075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FF06F3-FE1E-5E9C-4924-80B3F58E6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BBADCD7-EECE-AFCA-E7E8-049192FB21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571CD8E-5484-FD42-C8C6-B3A22B0BF8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2448C-B054-2753-A9C2-927795BDA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1EFD349-6833-B875-9F11-C77DF2350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ECD156-92DD-29A2-A71D-958F1865D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316113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7D2878-0B8A-8748-B16F-A768D907E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4F56010-7CA5-E42E-BDDB-6A40036294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6AFF98-3712-E10A-F4EE-05BF994A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F157AB-C1A2-A028-0D72-9C354DD3A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3AD23C2-E2CA-6479-54B8-17DC7D098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2110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210E389-3C68-17EA-AFCA-D4721369A7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2A9995-E221-8982-AA38-AED1A77541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21D78D-9CCA-14AA-0EE3-756A91148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940F45-B223-2DC0-984B-68D9DF487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AD4BDA-B60D-1A4F-E658-E0E76B845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7985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F0435E5-E59E-03F1-2C25-F5FFD96A8C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C07DEAB-BE2E-803C-618A-A0CEF42D66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D585EE-8F36-E7DC-0A3C-5D1EA4119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09461D-A67A-4686-80D4-2D0D328371F0}" type="datetimeFigureOut">
              <a:rPr lang="es-PE" smtClean="0"/>
              <a:t>4/11/2025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36D1E0-474D-104A-47A3-A21A6C2AF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AA08DBA-7E83-BCE4-EC19-034E750079D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2E7C02-8D67-46A3-A615-2420C0D66041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3564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roboflow.com/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0C39C8B-D0D3-8EB3-EA3B-8240BE435F2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428"/>
            <a:ext cx="12192000" cy="6857143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E28448E5-E694-A653-D885-A2320D68232F}"/>
              </a:ext>
            </a:extLst>
          </p:cNvPr>
          <p:cNvSpPr txBox="1"/>
          <p:nvPr/>
        </p:nvSpPr>
        <p:spPr>
          <a:xfrm>
            <a:off x="5751444" y="2902227"/>
            <a:ext cx="562660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b="1" dirty="0">
                <a:solidFill>
                  <a:schemeClr val="bg1"/>
                </a:solidFill>
              </a:rPr>
              <a:t>Inteligencia Artificial</a:t>
            </a:r>
            <a:endParaRPr lang="es-PE" sz="5400" b="1" dirty="0">
              <a:solidFill>
                <a:schemeClr val="bg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4540883-D68C-205C-2821-DEB9A86C42FD}"/>
              </a:ext>
            </a:extLst>
          </p:cNvPr>
          <p:cNvSpPr txBox="1"/>
          <p:nvPr/>
        </p:nvSpPr>
        <p:spPr>
          <a:xfrm>
            <a:off x="5751443" y="4656553"/>
            <a:ext cx="56266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b="1" dirty="0">
                <a:solidFill>
                  <a:schemeClr val="bg1"/>
                </a:solidFill>
              </a:rPr>
              <a:t>Ing. Juancarlos Santana Huamán</a:t>
            </a:r>
          </a:p>
          <a:p>
            <a:r>
              <a:rPr lang="es-ES" sz="2000" b="1" dirty="0">
                <a:solidFill>
                  <a:schemeClr val="bg1"/>
                </a:solidFill>
              </a:rPr>
              <a:t>jsantana@ucss.edu.pe</a:t>
            </a:r>
            <a:endParaRPr lang="es-PE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6620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78F42-22E7-9356-09D8-5B065AB6B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C6BFD66-F536-57AD-16DB-8CCEE01C8C5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69AA510A-20C4-340B-9E2C-D38F120C9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215"/>
          </a:xfrm>
        </p:spPr>
        <p:txBody>
          <a:bodyPr>
            <a:normAutofit/>
          </a:bodyPr>
          <a:lstStyle/>
          <a:p>
            <a:r>
              <a:rPr lang="es-PE" sz="2000"/>
              <a:t>Ingresamos a la siguiente página: </a:t>
            </a:r>
            <a:r>
              <a:rPr lang="es-PE" sz="2000">
                <a:hlinkClick r:id="rId3"/>
              </a:rPr>
              <a:t>https://roboflow.com/</a:t>
            </a:r>
            <a:endParaRPr lang="es-PE" sz="2000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A1F918EA-0E19-EAC0-260B-13A5973B1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PE" dirty="0"/>
              <a:t>Implementación de </a:t>
            </a:r>
            <a:r>
              <a:rPr lang="es-PE" dirty="0" err="1"/>
              <a:t>roboflow</a:t>
            </a:r>
            <a:r>
              <a:rPr lang="es-PE" dirty="0"/>
              <a:t> para creación de modelos de detección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1BF961D-8FBC-B96E-FCD6-B304CA1FD7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1831" y="2275840"/>
            <a:ext cx="7048336" cy="43018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18512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E1B08-36A9-63FE-CD7E-88D22C7DE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067C40B-C679-6B2C-4169-6208C155873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6118CDE-CFF3-A23A-E34E-089558402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9255"/>
          </a:xfrm>
        </p:spPr>
        <p:txBody>
          <a:bodyPr>
            <a:normAutofit/>
          </a:bodyPr>
          <a:lstStyle/>
          <a:p>
            <a:r>
              <a:rPr lang="es-PE" sz="2000" dirty="0"/>
              <a:t>Al crear la cuenta nos mostrará los paneles para crear modelos</a:t>
            </a:r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32D5D444-0B0F-5FD2-F953-4167ADB16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Implementación de </a:t>
            </a:r>
            <a:r>
              <a:rPr lang="es-PE" dirty="0" err="1"/>
              <a:t>roboflow</a:t>
            </a:r>
            <a:r>
              <a:rPr lang="es-PE" dirty="0"/>
              <a:t> para creación de modelos de detección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13A805-8FB3-C67C-FC2A-91F91B911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588" y="2214880"/>
            <a:ext cx="9182822" cy="46010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31189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A6407-2485-A328-94CC-369F03B88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B0F71C8-F243-448F-550E-C087F0067B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2" name="Título 7">
            <a:extLst>
              <a:ext uri="{FF2B5EF4-FFF2-40B4-BE49-F238E27FC236}">
                <a16:creationId xmlns:a16="http://schemas.microsoft.com/office/drawing/2014/main" id="{46E640C8-18A9-DE72-ED31-E09F152D6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Creación de </a:t>
            </a:r>
            <a:r>
              <a:rPr lang="es-PE" dirty="0" err="1"/>
              <a:t>datasets</a:t>
            </a:r>
            <a:r>
              <a:rPr lang="es-PE" dirty="0"/>
              <a:t> de imágenes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4701AB13-B065-15C8-2DCF-15547B046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2368" y="1718462"/>
            <a:ext cx="1954278" cy="4198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D18ECD1E-AFCD-188C-CA8B-C79057494B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2367" y="2561684"/>
            <a:ext cx="1954278" cy="135966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F80A027-142B-360F-CFD6-EA03090D99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367" y="4165511"/>
            <a:ext cx="1954278" cy="16074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4A0081E-AE5A-E83F-1175-E48931DA86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054" y="1725138"/>
            <a:ext cx="3619484" cy="50722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595BB7FC-5EE3-A8FA-A4CE-DFC783E42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4263" y="1725138"/>
            <a:ext cx="4269537" cy="50722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8785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8B03-9777-70D2-6944-D617516D6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98C350E-22C7-87FC-7E07-3C5C6D82A85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05220B18-05FF-66DD-FA79-42BFC2F076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19735"/>
          </a:xfrm>
        </p:spPr>
        <p:txBody>
          <a:bodyPr>
            <a:normAutofit/>
          </a:bodyPr>
          <a:lstStyle/>
          <a:p>
            <a:r>
              <a:rPr lang="es-PE" sz="2000" dirty="0"/>
              <a:t>Damos en + New Project</a:t>
            </a:r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AF677B64-603E-3702-A426-F312EB91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Modelos personalizados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D59326D-C45B-DBD6-4087-D2CC0DA6F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2564" y="2245360"/>
            <a:ext cx="9286872" cy="45535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0549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70383-742F-50ED-0C05-3154987A0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8D464C-0A8B-A857-C777-3B83390986E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27E87BB-1D30-EC06-C331-7FB1D6F8E3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9255"/>
          </a:xfrm>
        </p:spPr>
        <p:txBody>
          <a:bodyPr>
            <a:normAutofit/>
          </a:bodyPr>
          <a:lstStyle/>
          <a:p>
            <a:r>
              <a:rPr lang="es-PE" sz="1800" dirty="0"/>
              <a:t>Asignamos el nombre del proyecto y el modelo</a:t>
            </a:r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5A477E42-71F9-69F3-014F-D39883097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Modelos personalizados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9AF63D-33A5-29AB-48D7-B7A31DAD0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425" y="2214880"/>
            <a:ext cx="10005148" cy="45596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35903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A5256C-21B5-7170-2597-07C3CE60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CE00E5-104F-3FDC-2C7B-A856C1CBFD0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8DE5E8F-9CBC-24BC-D0CE-284E955FB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615"/>
          </a:xfrm>
        </p:spPr>
        <p:txBody>
          <a:bodyPr>
            <a:normAutofit/>
          </a:bodyPr>
          <a:lstStyle/>
          <a:p>
            <a:r>
              <a:rPr lang="es-PE" sz="1800" dirty="0"/>
              <a:t>Cargamos las imágenes del </a:t>
            </a:r>
            <a:r>
              <a:rPr lang="es-PE" sz="1800" dirty="0" err="1"/>
              <a:t>dataset</a:t>
            </a:r>
            <a:endParaRPr lang="es-PE" sz="1800" dirty="0"/>
          </a:p>
        </p:txBody>
      </p:sp>
      <p:sp>
        <p:nvSpPr>
          <p:cNvPr id="7" name="Título 7">
            <a:extLst>
              <a:ext uri="{FF2B5EF4-FFF2-40B4-BE49-F238E27FC236}">
                <a16:creationId xmlns:a16="http://schemas.microsoft.com/office/drawing/2014/main" id="{3C84245C-9149-90FD-2A9A-C02CBBA08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Modelos personalizados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ED33C7B-8847-2E97-CAEC-3296B15A10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77" y="2174240"/>
            <a:ext cx="6861809" cy="446816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A088BDE-3A8A-D846-51B7-2034D1DA06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73770" y="3909701"/>
            <a:ext cx="3443515" cy="1320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26654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DB318-2A97-D87A-74C7-C7D5ABA3F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FCDB184-0BE6-3B93-2009-62FD3D2AD8E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3E45C0B1-EF1C-640A-D7D5-52E8063DC7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612775"/>
          </a:xfrm>
        </p:spPr>
        <p:txBody>
          <a:bodyPr>
            <a:normAutofit/>
          </a:bodyPr>
          <a:lstStyle/>
          <a:p>
            <a:r>
              <a:rPr lang="es-PE" sz="1800" dirty="0"/>
              <a:t>Una vez terminado la carga, seleccionamos la forma de etiquetación de imágenes, para la prueba, será manual</a:t>
            </a:r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99C69F23-2C04-979F-A46B-F31DDF090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Modelos personalizados-</a:t>
            </a:r>
            <a:r>
              <a:rPr lang="es-PE" dirty="0" err="1"/>
              <a:t>roboflow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A1E7BD8-9910-AE08-9390-2D4BE19DD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3234" y="2494280"/>
            <a:ext cx="8305529" cy="404101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326575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29BC5-857E-1F67-79DC-4B0704F16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621F9C38-E66B-77D3-C6B7-FCB79F0B987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181EACBE-F5C4-0A57-8956-5FDE029901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99415"/>
          </a:xfrm>
        </p:spPr>
        <p:txBody>
          <a:bodyPr>
            <a:normAutofit/>
          </a:bodyPr>
          <a:lstStyle/>
          <a:p>
            <a:r>
              <a:rPr lang="es-PE" sz="1800" dirty="0"/>
              <a:t>Ahora establecemos las clases de los objetos en </a:t>
            </a:r>
            <a:r>
              <a:rPr lang="es-PE" sz="1800" dirty="0" err="1"/>
              <a:t>Classes</a:t>
            </a:r>
            <a:r>
              <a:rPr lang="es-PE" sz="1800" dirty="0"/>
              <a:t> &amp; Tags</a:t>
            </a:r>
          </a:p>
        </p:txBody>
      </p:sp>
      <p:sp>
        <p:nvSpPr>
          <p:cNvPr id="4" name="Título 7">
            <a:extLst>
              <a:ext uri="{FF2B5EF4-FFF2-40B4-BE49-F238E27FC236}">
                <a16:creationId xmlns:a16="http://schemas.microsoft.com/office/drawing/2014/main" id="{A24C4A2A-1C62-D9DA-7101-87E1B5A1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Modelos personalizados-</a:t>
            </a:r>
            <a:r>
              <a:rPr lang="es-PE" dirty="0" err="1"/>
              <a:t>roboflow</a:t>
            </a:r>
            <a:endParaRPr lang="es-PE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A5F0F7C-D99B-DAE4-954C-AC9B546E84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36" y="2225040"/>
            <a:ext cx="10178325" cy="413290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1713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E8ED8-9400-31DF-B0E9-B58A1B17D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D81B458-573B-E2AC-5591-94FE1141512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69C753E-0A6B-43C6-34B1-084A1973B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8295"/>
          </a:xfrm>
        </p:spPr>
        <p:txBody>
          <a:bodyPr>
            <a:normAutofit lnSpcReduction="10000"/>
          </a:bodyPr>
          <a:lstStyle/>
          <a:p>
            <a:r>
              <a:rPr lang="es-PE" sz="1800" dirty="0"/>
              <a:t>Escribimos las clases de los objetos</a:t>
            </a:r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AE10819A-15F7-E416-C0A4-36A7AB9CE2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Modelos personalizados-</a:t>
            </a:r>
            <a:r>
              <a:rPr lang="es-PE" dirty="0" err="1"/>
              <a:t>roboflow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0EB796-3E27-151D-5516-1EF9B3683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5107388"/>
            <a:ext cx="3644082" cy="12244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2889887-7AAE-5426-22EB-72E14C7A85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0757" y="4704081"/>
            <a:ext cx="6203043" cy="20310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AD413B6-B9AB-F806-E2BD-7E5C50F725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690" y="2510502"/>
            <a:ext cx="9478617" cy="166743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304194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CFAA8-9293-6E98-443D-4959452035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FFC3E3-298C-EF10-FF04-5E98AC332C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CE2C503-787D-540F-607F-265B1A3FDF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89255"/>
          </a:xfrm>
        </p:spPr>
        <p:txBody>
          <a:bodyPr>
            <a:normAutofit/>
          </a:bodyPr>
          <a:lstStyle/>
          <a:p>
            <a:r>
              <a:rPr lang="es-PE" sz="1800" dirty="0"/>
              <a:t>Ahora nos dirigimos a </a:t>
            </a:r>
            <a:r>
              <a:rPr lang="es-PE" sz="1800" dirty="0" err="1"/>
              <a:t>Annotate</a:t>
            </a:r>
            <a:endParaRPr lang="es-PE" sz="1800" dirty="0"/>
          </a:p>
        </p:txBody>
      </p:sp>
      <p:sp>
        <p:nvSpPr>
          <p:cNvPr id="2" name="Título 7">
            <a:extLst>
              <a:ext uri="{FF2B5EF4-FFF2-40B4-BE49-F238E27FC236}">
                <a16:creationId xmlns:a16="http://schemas.microsoft.com/office/drawing/2014/main" id="{E2B66C31-7925-5E52-A2E2-1E2FF060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s-PE" dirty="0"/>
              <a:t>Modelos personalizados-</a:t>
            </a:r>
            <a:r>
              <a:rPr lang="es-PE" dirty="0" err="1"/>
              <a:t>roboflow</a:t>
            </a:r>
            <a:endParaRPr lang="es-PE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D415F9F-0EEA-5419-AED9-02F3D91E48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33" y="2349817"/>
            <a:ext cx="10616932" cy="40164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2293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8A371-7EBF-AF14-7399-7318D3CE7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BB1E2FB-6DFB-D88D-D508-E41A5DFCADC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6CB6DB3-96B7-9E4E-1796-650EB129A5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8775"/>
          </a:xfrm>
        </p:spPr>
        <p:txBody>
          <a:bodyPr>
            <a:normAutofit/>
          </a:bodyPr>
          <a:lstStyle/>
          <a:p>
            <a:r>
              <a:rPr lang="es-PE" sz="1800" dirty="0"/>
              <a:t>Seleccionamos </a:t>
            </a:r>
            <a:r>
              <a:rPr lang="es-PE" sz="1800" dirty="0" err="1"/>
              <a:t>Start</a:t>
            </a:r>
            <a:r>
              <a:rPr lang="es-PE" sz="1800" dirty="0"/>
              <a:t> </a:t>
            </a:r>
            <a:r>
              <a:rPr lang="es-PE" sz="1800" dirty="0" err="1"/>
              <a:t>Annotating</a:t>
            </a:r>
            <a:endParaRPr lang="es-PE" sz="18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BA765A-8CEF-D44F-7A7C-37FE2D3BC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AE8DCC-E405-2EEF-A117-E00FA4EBB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6838" y="2319337"/>
            <a:ext cx="10178321" cy="40436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298099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65D1D-2AF6-DFFE-6F7B-E0CB3D677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B1982E5-EBB0-A00E-BEA7-48EE0CA3A93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52B30D67-79D5-8B67-563C-3ABF7A3CD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68935"/>
          </a:xfrm>
        </p:spPr>
        <p:txBody>
          <a:bodyPr>
            <a:normAutofit/>
          </a:bodyPr>
          <a:lstStyle/>
          <a:p>
            <a:r>
              <a:rPr lang="es-PE" sz="1800" dirty="0"/>
              <a:t>Se abrirá sistema de anotación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C19E4D1-0994-8E1F-5A36-540C93763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A7618A1-FDC9-CD8C-54EF-C31DDAD1CB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5326" y="2194560"/>
            <a:ext cx="9401347" cy="45778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465958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D86D0-51E6-65B0-9230-DA62BC625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2E21B8A1-99DB-5418-C6A7-FA62E61962A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925A6335-5141-E3AE-D9DB-FF6E73BB9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8775"/>
          </a:xfrm>
        </p:spPr>
        <p:txBody>
          <a:bodyPr>
            <a:normAutofit/>
          </a:bodyPr>
          <a:lstStyle/>
          <a:p>
            <a:r>
              <a:rPr lang="es-PE" sz="1800" dirty="0"/>
              <a:t>Seleccionamos la figura y su clase respectiva y repetimos el proceso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EB1A44-E492-FD89-F69F-06C75D06D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53815BC-B8A7-18D2-CD1F-450768FD5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7070" y="2241161"/>
            <a:ext cx="7223670" cy="45600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DC32DB28-C522-8618-0423-F568CACFD0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7470" y="3730514"/>
            <a:ext cx="2553056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2028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6FF809-A08D-5BA8-25E4-836EBFDF2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F0E6913-9EF4-2D4A-E3DF-05DE7CC9517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4FF16549-A4D6-C798-7660-F45C1FF03F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8455"/>
          </a:xfrm>
        </p:spPr>
        <p:txBody>
          <a:bodyPr>
            <a:normAutofit/>
          </a:bodyPr>
          <a:lstStyle/>
          <a:p>
            <a:r>
              <a:rPr lang="es-PE" sz="1800" dirty="0"/>
              <a:t>Una vez terminado las etiquetas en las imágenes, damos </a:t>
            </a:r>
            <a:r>
              <a:rPr lang="es-PE" sz="1800" dirty="0" err="1"/>
              <a:t>Click</a:t>
            </a:r>
            <a:r>
              <a:rPr lang="es-PE" sz="1800" dirty="0"/>
              <a:t> en </a:t>
            </a:r>
            <a:r>
              <a:rPr lang="es-PE" sz="1800" dirty="0" err="1"/>
              <a:t>Add</a:t>
            </a:r>
            <a:r>
              <a:rPr lang="es-PE" sz="1800" dirty="0"/>
              <a:t> </a:t>
            </a:r>
            <a:r>
              <a:rPr lang="es-PE" sz="1800" dirty="0" err="1"/>
              <a:t>Images</a:t>
            </a:r>
            <a:r>
              <a:rPr lang="es-PE" sz="1800" dirty="0"/>
              <a:t> </a:t>
            </a:r>
            <a:r>
              <a:rPr lang="es-PE" sz="1800" dirty="0" err="1"/>
              <a:t>to</a:t>
            </a:r>
            <a:r>
              <a:rPr lang="es-PE" sz="1800" dirty="0"/>
              <a:t> </a:t>
            </a:r>
            <a:r>
              <a:rPr lang="es-PE" sz="1800" dirty="0" err="1"/>
              <a:t>Dataset</a:t>
            </a:r>
            <a:endParaRPr lang="es-PE" sz="18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EB5A28-F1C6-D038-F59F-7E1D044BD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687D90D-E43F-A019-8B4B-F5E1D71156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1765" y="2299017"/>
            <a:ext cx="4708469" cy="4013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583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5CA215-FEBB-9F5A-0459-B22DE8A85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5627AF2-E494-090F-9D06-7C9BCE768E3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46446BF-C741-700B-0E7A-B364642461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8775"/>
          </a:xfrm>
        </p:spPr>
        <p:txBody>
          <a:bodyPr>
            <a:normAutofit/>
          </a:bodyPr>
          <a:lstStyle/>
          <a:p>
            <a:r>
              <a:rPr lang="es-PE" sz="1600" dirty="0"/>
              <a:t>Escogemos la forma de división de imágenes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64D7F87-1161-D75E-649D-4B4168868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45B08A1-E93E-4C1E-83B7-C77ABDF1C7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95" y="2301565"/>
            <a:ext cx="5403125" cy="44392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6D7E8023-0B41-EE49-CCAA-1CD3B9443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4970" y="2301565"/>
            <a:ext cx="4875306" cy="443927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6001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3A2999-D019-5F70-B4BF-9FCCF444DB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83EC7E5B-BE38-9742-5352-FBD4B12F9CF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33E05C3-7C89-1556-8312-8CD4B550C3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58775"/>
          </a:xfrm>
        </p:spPr>
        <p:txBody>
          <a:bodyPr>
            <a:normAutofit/>
          </a:bodyPr>
          <a:lstStyle/>
          <a:p>
            <a:r>
              <a:rPr lang="es-PE" sz="1800" dirty="0"/>
              <a:t>De esta manera quedaría dividido el conjunto de datos, luego damos </a:t>
            </a:r>
            <a:r>
              <a:rPr lang="es-PE" sz="1800" dirty="0" err="1"/>
              <a:t>click</a:t>
            </a:r>
            <a:r>
              <a:rPr lang="es-PE" sz="1800" dirty="0"/>
              <a:t> en </a:t>
            </a:r>
            <a:r>
              <a:rPr lang="es-PE" sz="1800" dirty="0" err="1"/>
              <a:t>versions</a:t>
            </a:r>
            <a:endParaRPr lang="es-PE" sz="18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B0A256F-29FB-1C9A-CCEA-D238CBC07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BE99543-433C-B203-89D1-4DBB260A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5153" y="2184400"/>
            <a:ext cx="8441691" cy="432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75307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36E39-6E95-9B39-285A-70EE36ADA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D205B464-E710-441E-752E-CDBA3F6EF6DD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8AF86D14-AD9D-D34C-07C1-998B38DF6A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28295"/>
          </a:xfrm>
        </p:spPr>
        <p:txBody>
          <a:bodyPr>
            <a:normAutofit/>
          </a:bodyPr>
          <a:lstStyle/>
          <a:p>
            <a:r>
              <a:rPr lang="es-PE" sz="1600" dirty="0"/>
              <a:t>Damos </a:t>
            </a:r>
            <a:r>
              <a:rPr lang="es-PE" sz="1600" dirty="0" err="1"/>
              <a:t>click</a:t>
            </a:r>
            <a:r>
              <a:rPr lang="es-PE" sz="1600" dirty="0"/>
              <a:t> en </a:t>
            </a:r>
            <a:r>
              <a:rPr lang="es-PE" sz="1600" dirty="0" err="1"/>
              <a:t>Download</a:t>
            </a:r>
            <a:r>
              <a:rPr lang="es-PE" sz="1600" dirty="0"/>
              <a:t> </a:t>
            </a:r>
            <a:r>
              <a:rPr lang="es-PE" sz="1600" dirty="0" err="1"/>
              <a:t>Dataset</a:t>
            </a:r>
            <a:r>
              <a:rPr lang="es-PE" sz="1600" dirty="0"/>
              <a:t>, seleccionando el formato YOLO 11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657449A-E964-953A-8575-68B06327C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A52A3B5-0F8E-F61E-9676-074D025A4E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4770" y="2288857"/>
            <a:ext cx="5128230" cy="421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3B066A6-0EEA-059E-A1E4-3CED513346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0892" y="2288857"/>
            <a:ext cx="4742046" cy="4216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80415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E1C3D-4873-613D-4C08-978C04C9C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F356AC0B-90F0-0A6D-7A60-CD70BEA8EDD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E91440B9-226E-9C3B-BC9D-BBD70E190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48615"/>
          </a:xfrm>
        </p:spPr>
        <p:txBody>
          <a:bodyPr>
            <a:normAutofit/>
          </a:bodyPr>
          <a:lstStyle/>
          <a:p>
            <a:r>
              <a:rPr lang="es-PE" sz="1800" dirty="0"/>
              <a:t>Copiamos el código del modelo en un notebook de Google </a:t>
            </a:r>
            <a:r>
              <a:rPr lang="es-PE" sz="1800" dirty="0" err="1"/>
              <a:t>Collab</a:t>
            </a:r>
            <a:endParaRPr lang="es-PE" sz="18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8DD4DE-4EEF-AA29-C9DC-C1E0118A6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1B3BB4-4972-4C8E-33E8-1A714601BC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3665" y="2239838"/>
            <a:ext cx="9184668" cy="44611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410486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EC83-3220-3BF8-173C-03502F5A27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C1446D4-C2E1-D1FF-8C21-20D011CE13B8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54F3ABF-1444-D2CF-D7C3-C66B7270F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465"/>
            <a:ext cx="10515600" cy="399415"/>
          </a:xfrm>
        </p:spPr>
        <p:txBody>
          <a:bodyPr>
            <a:normAutofit/>
          </a:bodyPr>
          <a:lstStyle/>
          <a:p>
            <a:r>
              <a:rPr lang="es-PE" sz="1800" dirty="0"/>
              <a:t>Ejecutamos el modelo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1A4A008-462C-3F57-3522-392887DF0C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86D449E-996B-E8A0-DD78-7467416143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9422" y="2214880"/>
            <a:ext cx="6913155" cy="4392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9480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81439-9909-E46F-EA58-3D63DADD3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DF846FF-4486-61A9-344C-B12421C2F2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EBE7FDA-626F-6C80-CD1F-761538740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8455"/>
          </a:xfrm>
        </p:spPr>
        <p:txBody>
          <a:bodyPr>
            <a:normAutofit/>
          </a:bodyPr>
          <a:lstStyle/>
          <a:p>
            <a:r>
              <a:rPr lang="es-PE" sz="1800" dirty="0"/>
              <a:t>Esperamos a terminar el entrenamiento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5CE9881-366D-DB7A-454B-6810EBBA6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8F1302C-AAA3-8B74-2B90-595AB07FF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573" y="2299017"/>
            <a:ext cx="11126852" cy="41938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9157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0D0322-0188-F598-F849-956B337E07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E1AC01F-B887-7749-2852-1778778E393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2B8B897C-645D-B8F8-1EEA-6524B6BFD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PE" sz="1800" dirty="0"/>
              <a:t>Realizamos la prueba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4A8F72-239C-A708-97B9-8F62D6603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C43EDE-0A87-63FA-5C4D-DD05AD387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2158" y="2209560"/>
            <a:ext cx="8347683" cy="435133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1435248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3B2B2D-765A-D883-6DC2-3211B394BD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D24F921-C0F2-41A1-84BE-B6818E55FE0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D03C390C-C6AB-7B3B-C55E-CAB0C0C83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744855"/>
          </a:xfrm>
        </p:spPr>
        <p:txBody>
          <a:bodyPr>
            <a:normAutofit/>
          </a:bodyPr>
          <a:lstStyle/>
          <a:p>
            <a:r>
              <a:rPr lang="es-PE" sz="1600" dirty="0"/>
              <a:t>Implementamos la webcam para probar con imágenes</a:t>
            </a:r>
          </a:p>
          <a:p>
            <a:r>
              <a:rPr lang="es-PE" sz="1600" dirty="0"/>
              <a:t>Para ello descargamos los modelos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8BCB58F-F6B4-8C3F-2633-B9848F17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0434" y="2570480"/>
            <a:ext cx="2077644" cy="4062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A766B60-2957-90B1-9EBA-2C2E304FA9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23" y="2174242"/>
            <a:ext cx="4036848" cy="45516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C21E29AF-B97E-C1F9-84D8-8D90ED847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</p:spTree>
    <p:extLst>
      <p:ext uri="{BB962C8B-B14F-4D97-AF65-F5344CB8AC3E}">
        <p14:creationId xmlns:p14="http://schemas.microsoft.com/office/powerpoint/2010/main" val="6751230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57CF2-4B90-9A22-80C2-9B1C6E0AB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F3475DC-96BF-B768-B882-BA04D3FDDB90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69" y="0"/>
            <a:ext cx="12189461" cy="6858000"/>
          </a:xfrm>
          <a:prstGeom prst="rect">
            <a:avLst/>
          </a:prstGeom>
        </p:spPr>
      </p:pic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CA3D3470-ECC8-FE32-F2A4-0D0B8F8DEE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575"/>
          </a:xfrm>
        </p:spPr>
        <p:txBody>
          <a:bodyPr>
            <a:normAutofit/>
          </a:bodyPr>
          <a:lstStyle/>
          <a:p>
            <a:r>
              <a:rPr lang="es-PE" sz="1600" dirty="0"/>
              <a:t>Ejecutamos el código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49744E2-2C59-F00D-50BD-CE9B12BC3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PE" sz="4400" dirty="0"/>
              <a:t>Modelos personalizados-</a:t>
            </a:r>
            <a:r>
              <a:rPr lang="es-PE" sz="4400" dirty="0" err="1"/>
              <a:t>roboflow</a:t>
            </a:r>
            <a:endParaRPr lang="es-PE" sz="44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A4076720-A258-E3D8-EF5F-42A9AB1BBD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130" t="8757" r="13330"/>
          <a:stretch>
            <a:fillRect/>
          </a:stretch>
        </p:blipFill>
        <p:spPr>
          <a:xfrm>
            <a:off x="3501986" y="1725226"/>
            <a:ext cx="2585672" cy="204210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46E7EB94-1A50-6043-6A91-0B715196400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771" t="5718" r="15774"/>
          <a:stretch>
            <a:fillRect/>
          </a:stretch>
        </p:blipFill>
        <p:spPr>
          <a:xfrm>
            <a:off x="3501986" y="3976880"/>
            <a:ext cx="2585672" cy="249873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789767E-ECEA-0971-E63B-0D75B4F6FE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4140" y="1730843"/>
            <a:ext cx="3306518" cy="203648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5A597B4-4E3B-A23F-C35C-6F6475C89C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4139" y="3911359"/>
            <a:ext cx="3306518" cy="26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6543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A2C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CF766B10-B78E-71CE-13E4-410FD260DCF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67535" y="2445037"/>
            <a:ext cx="4519873" cy="1544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485181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20136</TotalTime>
  <Words>265</Words>
  <Application>Microsoft Office PowerPoint</Application>
  <PresentationFormat>Panorámica</PresentationFormat>
  <Paragraphs>49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Tema de Office</vt:lpstr>
      <vt:lpstr>Presentación de PowerPoint</vt:lpstr>
      <vt:lpstr>Implementación de roboflow para creación de modelos de detección</vt:lpstr>
      <vt:lpstr>Implementación de roboflow para creación de modelos de detección</vt:lpstr>
      <vt:lpstr>Creación de datasets de imágenes</vt:lpstr>
      <vt:lpstr>Modelos personalizados</vt:lpstr>
      <vt:lpstr>Modelos personalizados</vt:lpstr>
      <vt:lpstr>Modelos personalizados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Modelos personalizados-roboflow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LAURA</dc:creator>
  <cp:lastModifiedBy>Juancarlos Santana Huamán</cp:lastModifiedBy>
  <cp:revision>43</cp:revision>
  <dcterms:created xsi:type="dcterms:W3CDTF">2025-01-24T21:00:07Z</dcterms:created>
  <dcterms:modified xsi:type="dcterms:W3CDTF">2025-11-05T05:29:01Z</dcterms:modified>
</cp:coreProperties>
</file>